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57" r:id="rId4"/>
    <p:sldId id="264" r:id="rId5"/>
    <p:sldId id="258" r:id="rId6"/>
    <p:sldId id="262" r:id="rId7"/>
    <p:sldId id="259" r:id="rId8"/>
    <p:sldId id="261" r:id="rId9"/>
    <p:sldId id="260" r:id="rId10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>
      <p:cViewPr varScale="1">
        <p:scale>
          <a:sx n="60" d="100"/>
          <a:sy n="60" d="100"/>
        </p:scale>
        <p:origin x="96" y="10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3F140B-4F89-9E2C-0AA1-82CB521077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3B38C28-A3DA-E954-DB7D-E122885C24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0CE9192-A0D9-4FD1-90FC-3A3898A55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BE35C-9063-45F4-82DB-A0DEF9A9FE7B}" type="datetimeFigureOut">
              <a:rPr lang="es-CL" smtClean="0"/>
              <a:t>23-12-2025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1FF4FF7-D59C-32F2-7129-59A3B930E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98CB62A-8E5E-CDE8-ABB0-FDE175118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C1231-77AF-4ABC-A828-D501047E455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235015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65B891-A742-241A-4D6B-5F1DD47BC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4BC5F59-4B9B-92A3-95E8-6AB088D4C0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38ADFA1-69E2-FA0D-72F2-80D805340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BE35C-9063-45F4-82DB-A0DEF9A9FE7B}" type="datetimeFigureOut">
              <a:rPr lang="es-CL" smtClean="0"/>
              <a:t>23-12-2025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9D6419B-BCBD-C565-D295-A7791E595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E30CC1F-D524-1261-62FC-F569FD088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C1231-77AF-4ABC-A828-D501047E455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112638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C62C0F-EFC8-1B11-3CC7-03D8A96F8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ABA9035-3DBB-0D11-AB9C-DB1557C3AD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740E38F-6D5B-6789-8731-897155FD2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BE35C-9063-45F4-82DB-A0DEF9A9FE7B}" type="datetimeFigureOut">
              <a:rPr lang="es-CL" smtClean="0"/>
              <a:t>23-12-2025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A6C5526-E9CD-7E57-BE05-E7BCCD123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B896987-D522-1AD7-4491-6D32A3952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C1231-77AF-4ABC-A828-D501047E455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37729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4DA3DF-23BD-D5CC-D5B9-ED09B8136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351333E-C237-B927-9EBF-B70D13FC53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61D9C89-E545-11A7-469E-0A8246B77F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734E4AD-2486-6013-6A2F-693E61F60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BE35C-9063-45F4-82DB-A0DEF9A9FE7B}" type="datetimeFigureOut">
              <a:rPr lang="es-CL" smtClean="0"/>
              <a:t>23-12-2025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293A84F-BB19-6AB8-6399-0422431ED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84EA12C-9A52-D85D-6B7F-4C4A2712A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C1231-77AF-4ABC-A828-D501047E455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928099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5461EA-048A-C228-85F4-63B96D352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AF804DA-8368-652D-12F6-16F43693AC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694297A-3DCA-18CE-A0E5-9DE8F53A6A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FB4E44D-8501-11DE-CECB-0C5A41A30F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0952BE4-D9CB-7D2D-C7D5-952FA171A4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8949D4C5-F63F-E21B-4123-6CE4E9ACD4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BE35C-9063-45F4-82DB-A0DEF9A9FE7B}" type="datetimeFigureOut">
              <a:rPr lang="es-CL" smtClean="0"/>
              <a:t>23-12-2025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BAD8767B-AF0D-D3C5-4055-B98182B38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67F7007-3B39-E5A4-8A28-DF1E64B00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C1231-77AF-4ABC-A828-D501047E455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487113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A2FD37-F634-BA02-1100-5FC17EA95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B23299E-6A0B-2770-D805-590EFC02E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BE35C-9063-45F4-82DB-A0DEF9A9FE7B}" type="datetimeFigureOut">
              <a:rPr lang="es-CL" smtClean="0"/>
              <a:t>23-12-2025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85E36BB-196C-BEB6-9338-0D577D036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CEEFA23-825B-E916-802A-0BA3FE930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C1231-77AF-4ABC-A828-D501047E455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28570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C8C85A6F-1A1D-7B5C-EFAA-0CD0D88E81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BE35C-9063-45F4-82DB-A0DEF9A9FE7B}" type="datetimeFigureOut">
              <a:rPr lang="es-CL" smtClean="0"/>
              <a:t>23-12-2025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E9EA5B3-1A64-B036-FFE7-87E3DA143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79C20AD-F348-15CA-45DE-D988A5AB4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C1231-77AF-4ABC-A828-D501047E455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539341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9D9F50-4F83-A4A8-C849-75AAA34986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FE186B4-3F95-45DA-12D6-C1DB1570BE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431F888-CDEF-3C55-AF0C-7767228D69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0D0FB35-0731-7D6F-ED90-42CDFB27B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BE35C-9063-45F4-82DB-A0DEF9A9FE7B}" type="datetimeFigureOut">
              <a:rPr lang="es-CL" smtClean="0"/>
              <a:t>23-12-2025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5FE9065-3F0B-072C-FC0A-6B9C5E3C4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42D76DE-4656-60B7-3473-1AE00DD96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C1231-77AF-4ABC-A828-D501047E455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933213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F669CA-AA31-2770-8257-6AA32F81FB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9CBEDE46-B51B-990D-D371-BAE154625C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C54C12E-A441-D92B-6EF9-483D2EEF30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C6B2D23-C612-B3D5-60CE-E18975D56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BE35C-9063-45F4-82DB-A0DEF9A9FE7B}" type="datetimeFigureOut">
              <a:rPr lang="es-CL" smtClean="0"/>
              <a:t>23-12-2025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1EA5641-5D61-3099-14F2-F457D7AE6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59227ED-A3CD-43E3-CFED-5FE10CAA3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C1231-77AF-4ABC-A828-D501047E455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148911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5FD39B-8915-715A-0A0C-B6359DE05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FC29EE2-B347-4F2B-1278-BB05CF97A8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A864914-3423-8982-05CB-AB4A40146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BE35C-9063-45F4-82DB-A0DEF9A9FE7B}" type="datetimeFigureOut">
              <a:rPr lang="es-CL" smtClean="0"/>
              <a:t>23-12-2025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CFA2777-818A-B293-E170-2E9C04CAF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43E8941-74B2-7368-8891-7B885FC0F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C1231-77AF-4ABC-A828-D501047E455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524885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397BBEF-901A-BE4D-8FF0-7B9A711C41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9BAC7B3-3564-9CB8-6B1F-159B5FB248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9765EA6-B881-787D-857C-286BFCCD7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BE35C-9063-45F4-82DB-A0DEF9A9FE7B}" type="datetimeFigureOut">
              <a:rPr lang="es-CL" smtClean="0"/>
              <a:t>23-12-2025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9EE4816-5ECF-688A-A0B9-E9F0AB651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B691A05-5E25-FD8D-A3D9-BF3B54A52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C1231-77AF-4ABC-A828-D501047E455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338921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D7E74B5-CD73-012D-96D8-F6EEA1E9B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2FEB243-660E-A630-A80B-794586B11A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125A742-712F-D998-1DED-6502B423D8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DBE35C-9063-45F4-82DB-A0DEF9A9FE7B}" type="datetimeFigureOut">
              <a:rPr lang="es-CL" smtClean="0"/>
              <a:t>23-12-2025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72A89ED-5D58-5CCF-DA92-3078D5E368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19CE058-77DC-A01D-BA89-A70D4CF81A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6C1231-77AF-4ABC-A828-D501047E455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255163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643DC1-30C1-B9E8-B29A-0E1470F651D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C4CE7F6-E3AA-9EFD-9696-FCFBFCF8CE5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EFF6799-B3F8-CDC3-49A7-62B3618990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31"/>
            <a:ext cx="12192000" cy="6840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69991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36C710-6CE6-DFA3-CDAB-4A912618D8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082495-E0A9-0B79-2401-88A9F377D39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08CBB80-593E-8600-EAD1-4274F0D3E18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7D2DA98-D078-A1E2-838F-04E9F0319A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31"/>
            <a:ext cx="12192000" cy="6840937"/>
          </a:xfrm>
          <a:prstGeom prst="rect">
            <a:avLst/>
          </a:prstGeom>
        </p:spPr>
      </p:pic>
      <p:pic>
        <p:nvPicPr>
          <p:cNvPr id="6" name="Imagen 5" descr="Imagen que contiene Diagrama&#10;&#10;El contenido generado por IA puede ser incorrecto.">
            <a:extLst>
              <a:ext uri="{FF2B5EF4-FFF2-40B4-BE49-F238E27FC236}">
                <a16:creationId xmlns:a16="http://schemas.microsoft.com/office/drawing/2014/main" id="{0D5B71E1-AA5F-7198-B6F8-3E770DC7AA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60270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82919F-E3D4-BE25-D092-7F935B094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7A5E7B2-FC78-F395-6469-5B4AF1E53C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F9A12C5-675B-37B5-DD20-E5575EE539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244"/>
            <a:ext cx="12192000" cy="6837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69360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51D712-AB0F-7AB4-8A8F-BCF373E00F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B82FE8-8FBE-FBBE-10AD-D3765377F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BFE958E-91B3-9C01-9051-8E5CBB506D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A5E6ABB-6584-8B97-D9C6-B22EFE8754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244"/>
            <a:ext cx="12192000" cy="6837511"/>
          </a:xfrm>
          <a:prstGeom prst="rect">
            <a:avLst/>
          </a:prstGeom>
        </p:spPr>
      </p:pic>
      <p:pic>
        <p:nvPicPr>
          <p:cNvPr id="6" name="Imagen 5" descr="Imagen de la pantalla de un celular con letras&#10;&#10;El contenido generado por IA puede ser incorrecto.">
            <a:extLst>
              <a:ext uri="{FF2B5EF4-FFF2-40B4-BE49-F238E27FC236}">
                <a16:creationId xmlns:a16="http://schemas.microsoft.com/office/drawing/2014/main" id="{8D58A4A5-A4CF-1AFB-73FE-CFEADCD02E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95259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D48C77-96F6-19AE-628B-9A19C8FEF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2967C10-40E0-3BD4-77AC-93B8D9984C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29810B3-16D3-5640-B4B7-13F1C8C29D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332"/>
            <a:ext cx="12192000" cy="6825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02609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1B65E-C8C3-9666-5FF5-2F88952421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FD1FB8-F7F4-0A36-B47B-36F8A572D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1DC85F8-35A9-F853-BBB6-5B6220B081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47C127A-5288-B78B-E7F8-210715480E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1" y="0"/>
            <a:ext cx="1218505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60997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195670-1E7D-297B-1918-DC2CAB310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3D54E2E-56D3-6A77-2A00-8AB758980F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620DCDD-64D6-B1D3-FFD6-53BB3BA435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2" y="0"/>
            <a:ext cx="1217899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17420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96F1F4-8C64-1752-131C-BF23999271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BB499B-B428-183F-D1AB-CE8D32430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42F80FB-BE9F-1342-613C-7EA355DA97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7B16307-6DF5-9342-874C-CAE0C69817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1" y="0"/>
            <a:ext cx="1218679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23112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74CABD-ADD5-ED84-E57F-565315983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B30F1B-D793-D035-F0D4-F0495F18C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FC2A9D9-878C-1F3E-57B1-668D4A0CED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AF56735-47C5-4EF0-B080-DEB3042C6C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861"/>
            <a:ext cx="12192000" cy="6846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64168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0</Words>
  <Application>Microsoft Office PowerPoint</Application>
  <PresentationFormat>Panorámica</PresentationFormat>
  <Paragraphs>0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MIRKO ELIAS GONZALEZ CARTAGENA</dc:creator>
  <cp:lastModifiedBy>MIRKO ELIAS GONZALEZ CARTAGENA</cp:lastModifiedBy>
  <cp:revision>2</cp:revision>
  <dcterms:created xsi:type="dcterms:W3CDTF">2025-09-10T02:44:41Z</dcterms:created>
  <dcterms:modified xsi:type="dcterms:W3CDTF">2025-12-23T10:49:49Z</dcterms:modified>
</cp:coreProperties>
</file>